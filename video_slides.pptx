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Hello, I'm Pranjal Gupta. This is my SIT720 Machine Learning mini research HD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I'll cover my reproduction and findings, my proposed solution, a demo, and lessons/limitations.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(Section divider - pause briefly, let it sit on screen 2-3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reproduced Bhagat, Sharma and Agarwal (2025): six classifiers combined with stacking, 98.53% accuracy on 1,025 patients. I chose it because it's a small public tabular dataset I could verify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(Section divider)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five feature ranges in my file match the paper's Table 9 exactly. So I'm confident this is the correct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But then I checked for duplicates. 723 of 1,025 rows -- 70.5% -- are exact duplicates. Only 302 unique patients remain. That's essentially the original Cleveland dataset, not a four-hospital merge. Duplicates cause leakage: identical patients land in both train and test, so models can memorise rows and inflate every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ran the identical pipeline under two protocols: A as published, B with duplicates removed first. Only duplicate-handling changed, and stacking accuracy drops from 99.4% to 83.1% -- a 16-point gap caused by leakage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 the left, with duplicates, Random Forest, XGBoost and stacking all hit AUC = 1.000. On the right, without duplicates, every model falls to a realistic 0.80-0.91.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 confirms this: models that can memorise rows -- Decision Tree, XGBoost, Random Forest -- show 16-23 point gaps. Logistic Regression and Naive Bayes, which fit a smooth boundary, change by under one point. That's exactly what leakage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(Section divider)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identified five limitations: leakage, a single split with no significance testing, no tuning, categorical features treated as ordered numbers, and no test of generalisation across hospitals.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2a uses only de-duplicated data, nested cross-validation, proper encoding, engineered features, and tuned hyperparameters, tested with a paired Wilcoxon test. Honest result: the tuned pipeline does not significantly beat the simple baseline -- all p-values above 0.05. My real contribution is a trustworthy, leakage-free evaluation, not a bigger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2b downloads the four real UCI hospital files. ca and thal are 83-99% missing outside Cleveland -- strong evidence the paper's file isn't a genuine four-hospital merge. Pooled AUC is 0.886, but training on three hospitals and testing on the fourth drops average AUC to 0.807, and as low as 0.717 for the VA hospital.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(Section divider)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lessons: check data for duplicates first, use repeated/nested CV with significance tests instead of one split, and report negative results honestly. Limitations: small sample, reduced compute, Part 2b's reduced feature set, and assumptions where the paper was silent. Future work: larger datasets, full-scale tuning, calibration, domain-adaptation models, interpretability, and prospective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code, data, notebooks and the report are in my GitHub repository. Thank you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Machine Learning Mini Research – HD Task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and Extension of a Stacking-Based Ensemble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Early Heart Attack Prediction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Gupta  •  S226230386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Reproducing: Bhagat, Sharma &amp; Agarwal (2025), Multimedia Tools and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video covers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5B7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claims, and why I chose 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5B7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2816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when I rebuilt it faithfully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5B7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37307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original contributions, and why they differ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5B7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251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71600" y="46451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notebooks and results running for real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5B7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71600" y="55595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limitations,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5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claimed, and why this paper was chosen for reproduction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Bhagat, Sharma &amp; Agarwal (2025)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base classifiers: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XGBoost, Naive Bayes, KNN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 5-fold stacking ensemble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1,025 patients, 13 clinical features — claimed merge of 4 hospitals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800" b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result: 98.53% accuracy, 98.8% AUC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155448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paper?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09560" y="21945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fully public tabular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verify the data myself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reproducible classifiers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other two candidates relied on harder-to-verify pipelines)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5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&amp; Key Findings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the paper's pipeline exactly — and checking the data behind it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range reported in the paper's Table 9 was checked against the file I sourced: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57400"/>
          <a:ext cx="6583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7373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Paper's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– 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 – 77.0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trestbps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– 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 – 200.0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 – 564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126.0 – 564.0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– 202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 – 202.0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oldpeak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6.2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0574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2860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this is the correct file the paper used.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THE KEY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 of the dataset is duplicated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 / 1025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exact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43400" y="2514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— not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4-site merge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7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train/test split places identical patients on both sides. A model that memorises a training row “predicts” it perfectly when it reappears in the test set — inflating every metric without any real generalisation.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the effect: Protocol A vs. Protocol 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exactly as published, random split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pipeline, duplicates removed first</a:t>
            </a:r>
            <a:endParaRPr lang="en-US" sz="1500" dirty="0"/>
          </a:p>
        </p:txBody>
      </p:sp>
      <p:pic>
        <p:nvPicPr>
          <p:cNvPr id="5" name="Image 0" descr="/home/claude/project/figures/paper_vs_reproduct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371600"/>
            <a:ext cx="8138160" cy="4517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duplicate-handling changed — yet stacking accuracy falls from 99.4% to 83.1%. A ~16-point gap explained by leakage alone.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1.000 vs. a realistic 0.80–0.88</a:t>
            </a:r>
            <a:endParaRPr lang="en-US" sz="2800" dirty="0"/>
          </a:p>
        </p:txBody>
      </p:sp>
      <p:pic>
        <p:nvPicPr>
          <p:cNvPr id="4" name="Image 0" descr="/home/claude/project/figures/roc_curves_A_as_publis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5486400" cy="4700016"/>
          </a:xfrm>
          <a:prstGeom prst="rect">
            <a:avLst/>
          </a:prstGeom>
        </p:spPr>
      </p:pic>
      <p:pic>
        <p:nvPicPr>
          <p:cNvPr id="5" name="Image 1" descr="/home/claude/project/figures/roc_curves_B_deduplic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486400" cy="47000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 (leaky)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3093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 (de-duplicated)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some models show the gap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834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memorise a row?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gap (A −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unconstrained splits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boosted trees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ensembled trees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— exact-match neighbour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smooth boundary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smooth boundary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can memorise individual rows show large A–B gaps; smooth models barely move. Exactly what leakage predicts — independent confirmation.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5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original contributions that address the limitations found above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limitations I targeted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B33F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5361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from duplicate rows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B33F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split, no significance testing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B33F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912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218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B33F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05993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features treated as ordered numbers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B33F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737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0118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of generalisation across hospitals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2a: Leakage-safe, tuned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data only, nested 10×3-fold CV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of nominal features (L4)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engineered clinical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Mutual-info feature selection + RandomizedSearchCV on all 6 learners + meta-classifier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test vs. untuned baseline</a:t>
            </a:r>
            <a:endParaRPr lang="en-US" sz="1500" dirty="0"/>
          </a:p>
        </p:txBody>
      </p:sp>
      <p:pic>
        <p:nvPicPr>
          <p:cNvPr id="5" name="Image 0" descr="/home/claude/project/figures/part2_proposed_vs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17320"/>
            <a:ext cx="576072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4434840"/>
            <a:ext cx="5760720" cy="1554480"/>
          </a:xfrm>
          <a:prstGeom prst="roundRect">
            <a:avLst>
              <a:gd name="adj" fmla="val 5882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4553712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result: </a:t>
            </a:r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pipeline does NOT beat the simple baseline (all p &gt; 0.05). The real contribution is a trustworthy, leakage-free evaluation — not a bigger number.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2b: Real cross-hospital test</a:t>
            </a:r>
            <a:endParaRPr lang="en-US" sz="2800" dirty="0"/>
          </a:p>
        </p:txBody>
      </p:sp>
      <p:pic>
        <p:nvPicPr>
          <p:cNvPr id="4" name="Image 0" descr="/home/claude/project/figures/part2b_missingnes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5212080" cy="3721608"/>
          </a:xfrm>
          <a:prstGeom prst="rect">
            <a:avLst/>
          </a:prstGeom>
        </p:spPr>
      </p:pic>
      <p:pic>
        <p:nvPicPr>
          <p:cNvPr id="5" name="Image 1" descr="/home/claude/project/figures/part2b_cross_site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5257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is 96–99% missing outside Cleveland (thal similarly high at 2 of 3 sites) </a:t>
            </a:r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paper's file is not a real 4-hospital merge.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943600" y="47548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AUC 0.886 </a:t>
            </a:r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leave-one-hospital-out AUC 0.807 (down to 0.717 for VA)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5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limitations and where this work goes next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limitations,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F4F6F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data for duplicates &amp; provenance first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split hides variance — use repeated/nested CV + tests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result, reported honestly, is still valuable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randomness (e.g. unseeded functions) can silently break reproducibility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51960" y="141732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302 unique patients → low statistical power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search budget (single CPU core)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2b uses 10 features, not 13 — not directly comparable to Part 1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missing hyperparameters forced documented assumptions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41732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multi-centre / federated datasets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HPO on more compute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threshold tuning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Site-aware / domain-adaptation models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+ prospective validation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SIT720 Mini Research – Pranjal Gupta S226230386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5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data, notebooks and the full report are in the GitHub repository linked in the report.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github.com/gpariee/HD-Machine-Learning-Mini-Project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2026-10-03T01:14:18Z</dcterms:created>
  <dcterms:modified xsi:type="dcterms:W3CDTF">2026-10-03T01:14:18Z</dcterms:modified>
</cp:coreProperties>
</file>